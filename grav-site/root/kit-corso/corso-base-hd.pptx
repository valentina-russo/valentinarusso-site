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431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7110519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 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 Design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67098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261711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30871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396276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74961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941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 </a:t>
            </a:r>
            <a:r>
              <a:rPr sz="1400" b="1" i="0">
                <a:solidFill>
                  <a:srgbClr val="7A4F5E"/>
                </a:solidFill>
                <a:latin typeface="Outfit"/>
              </a:rPr>
              <a:t>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01040"/>
            <a:ext cx="212851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10589"/>
            <a:ext cx="4896210" cy="7492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156018"/>
            <a:ext cx="4507397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853127"/>
            <a:ext cx="6590862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la divulgazione dello Human Design e del BG5 sul mio canale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753436"/>
            <a:ext cx="655129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618224"/>
            <a:ext cx="6523641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strumenti base per leggere in autonomia qualsiasi </a:t>
            </a:r>
          </a:p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67495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8132345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prima volta che senti </a:t>
            </a:r>
          </a:p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9792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729155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9602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42269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5394535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629190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405719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700132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7627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35646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98474" cy="203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58130" y="5379627"/>
            <a:ext cx="38924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9023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3023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295198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669847"/>
            <a:ext cx="11917159" cy="225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shock. È un mondo che abbraccerà coloro che vivono e operano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come loro stessi. Ciò significherà molto disordine, caos e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confusione per coloro che sono persi nella dipendenza da schemi </a:t>
            </a:r>
          </a:p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314913"/>
            <a:ext cx="1120450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759412"/>
            <a:ext cx="7281299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91456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88702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5202423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66304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inevitabilmente non realizzate. Tendenza ad esprimere la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517941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6230203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applicare la comprensione. Le istituzioni lavorano a beneficio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della società, dei valori, degli ideali e dei loro modelli, e di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questi possono essere compresi e applicati. La capacità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trasformare la consapevolezza individuale in impegno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962317" cy="342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192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2024578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509117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59210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348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5416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21565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7808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73300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54733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90204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667758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9307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216075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70869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25861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57214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92746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436749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9073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217673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8753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534901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536960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797858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332942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73386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545369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6360427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6098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75358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92719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22165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5637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628130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660760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proprio con chi sei fatto per connetterti. In questo modo ci si può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6439802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porre i confini sani che servono a ciascuno di noi e raggiungere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benessere e la prosperità che sostengano la soddisfazione, il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6307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430697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19609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660048"/>
            <a:ext cx="6828490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AI possono fornire informazioni sommarie e spesso scorrette, quindi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l'unica opzione è imparare "alla vecchia maniera": applicando ciò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 apprende nella vita quotidiana, facendo gli esercizi settimanali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91796"/>
            <a:ext cx="6059795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2029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246450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58216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880465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75483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695790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83147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97719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49263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68425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45555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417135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42951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43633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7964" y="1855584"/>
            <a:ext cx="400123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811260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1482" y="2632763"/>
            <a:ext cx="386605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516701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198" y="3409941"/>
            <a:ext cx="66788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1096017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8618" y="4187120"/>
            <a:ext cx="689469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338606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5193" y="4964299"/>
            <a:ext cx="952894" cy="6159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80815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467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44959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385114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83705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63936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49189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680909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862107" cy="29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9267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505582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208683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54708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55140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76338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4675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8213084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748742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61244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666887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745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53853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5676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60" y="6064235"/>
            <a:ext cx="259930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C0392B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4672" y="3512732"/>
            <a:ext cx="39330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6639" y="6064235"/>
            <a:ext cx="3038591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1A1A2E"/>
                </a:solidFill>
                <a:latin typeface="Outfit"/>
              </a:rPr>
              <a:t>13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406" y="3512732"/>
            <a:ext cx="42418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8697" y="6064235"/>
            <a:ext cx="2333024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6B625D"/>
                </a:solidFill>
                <a:latin typeface="Outfit"/>
              </a:rPr>
              <a:t>26 porte</a:t>
            </a:r>
            <a:r>
              <a:rPr sz="1000" b="0" i="0">
                <a:solidFill>
                  <a:srgbClr val="6B625D"/>
                </a:solidFill>
                <a:latin typeface="Outfit"/>
              </a:rPr>
              <a:t> 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53393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694799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6444267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canale. Quel canale determina un punto di forza, definito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da un circuito di energia coerente, che a sua volta 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77208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410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86917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4086959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2739" y="5533416"/>
            <a:ext cx="1385363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0362" y="5533416"/>
            <a:ext cx="2030904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3710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4053" y="5533416"/>
            <a:ext cx="98489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807037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4782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18418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4292589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40545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83593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4326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60820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579980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569285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69703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4231942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80567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1047524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441817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49807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54944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17116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792525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238642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978440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897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967652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956363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498370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757635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83444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605377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53071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760859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74209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35832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4683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619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42956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56754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471435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6027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439193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486315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7337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7381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21614"/>
            <a:ext cx="2463248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089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06383"/>
            <a:ext cx="3959959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6936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3489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362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336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209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92130"/>
            <a:ext cx="5596444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85932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2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952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21614"/>
            <a:ext cx="2388586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089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06383"/>
            <a:ext cx="388517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6936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3489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362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336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209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92130"/>
            <a:ext cx="642380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132230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81681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4019366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95606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9862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1879" y="425449"/>
            <a:ext cx="2587792" cy="298449"/>
          </a:xfrm>
          <a:prstGeom prst="rect">
            <a:avLst/>
          </a:prstGeom>
          <a:solidFill>
            <a:srgbClr val="76BEB3"/>
          </a:solidFill>
        </p:spPr>
        <p:txBody>
          <a:bodyPr wrap="squar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21614"/>
            <a:ext cx="3734981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08914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06383"/>
            <a:ext cx="454634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 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non</a:t>
            </a:r>
            <a:r>
              <a:rPr sz="1400" b="0" i="0">
                <a:solidFill>
                  <a:srgbClr val="3A3532"/>
                </a:solidFill>
                <a:latin typeface="Outfit"/>
              </a:rPr>
              <a:t> sono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693683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348922"/>
            <a:ext cx="2587023" cy="260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36222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33691"/>
            <a:ext cx="434418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</a:t>
            </a:r>
          </a:p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20991"/>
            <a:ext cx="49847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92130"/>
            <a:ext cx="6574243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</a:t>
            </a:r>
          </a:p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3047273" cy="196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73992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5168193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8152933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5517070" cy="279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722204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3146740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un semestre, oppure il percorso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3207635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il pagamento passa da Stripe, noi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3272003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attivare il tuo accesso e scegliere la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990222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materiali e forum nella tua area 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54097" cy="393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969264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48032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68822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91328" cy="546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852430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67543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941729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7064258" cy="5778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6317267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</a:t>
            </a:r>
          </a:p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575857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6507766" cy="228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4364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2282" y="2736843"/>
            <a:ext cx="2027307" cy="2158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83" y="2997193"/>
            <a:ext cx="8667505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7634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67927" y="2286490"/>
            <a:ext cx="2914444" cy="10540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4457" y="3416788"/>
            <a:ext cx="4917914" cy="4444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8134" y="4079964"/>
            <a:ext cx="1544237" cy="247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89495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636758" cy="184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