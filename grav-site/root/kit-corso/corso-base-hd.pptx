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78591"/>
            <a:ext cx="342432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045290"/>
            <a:ext cx="5657935" cy="2463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Benvenuti al corso base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di Human 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7713"/>
            <a:ext cx="210631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17998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177888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261649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64235"/>
            <a:ext cx="188654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17175"/>
            <a:ext cx="536920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 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72414"/>
            <a:ext cx="552289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 non ce l'hai, vai su 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0131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64540"/>
            <a:ext cx="167232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474089"/>
            <a:ext cx="3886488" cy="7492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219518"/>
            <a:ext cx="3575438" cy="478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916627"/>
            <a:ext cx="5242210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Questo corso arriva da diversi inviti che mi sono arrivati attraverso la divulgazione dello Human Design e del BG5 sul mio canale 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816936"/>
            <a:ext cx="521055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Mi sento chiamata ad essere al servizio delle persone, ma fuori dal 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554725"/>
            <a:ext cx="5188433" cy="891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Il mio obiettivo, con questo corso, è fornire gli strumenti base per leggere in autonomia qualsiasi 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0111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34959"/>
            <a:ext cx="2109485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252458"/>
            <a:ext cx="6475396" cy="221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Ascolta come se fosse la prima volta che senti 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07134"/>
            <a:ext cx="20786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2449209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973678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498147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022616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4547085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071554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5596023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899" y="425449"/>
            <a:ext cx="1352844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647698"/>
            <a:ext cx="3937685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097" y="2045389"/>
            <a:ext cx="270767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083489"/>
            <a:ext cx="368299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97" y="2569858"/>
            <a:ext cx="4285148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607958"/>
            <a:ext cx="368299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097" y="3094327"/>
            <a:ext cx="2872872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132427"/>
            <a:ext cx="368299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97" y="3618796"/>
            <a:ext cx="3215275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3656896"/>
            <a:ext cx="368299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97" y="4143265"/>
            <a:ext cx="2129626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4181365"/>
            <a:ext cx="368299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97" y="4667734"/>
            <a:ext cx="217973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4705834"/>
            <a:ext cx="368299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097" y="5192203"/>
            <a:ext cx="185469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5230303"/>
            <a:ext cx="368299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5379627"/>
            <a:ext cx="3083513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6407134"/>
            <a:ext cx="20171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2134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384098"/>
            <a:ext cx="2301175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771447"/>
            <a:ext cx="9246172" cy="2231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L'attuale direzione verso la quale stiamo andando è, e sarà, uno shock. È un mondo che abbraccerà coloro che vivono e operano come loro stessi. Ciò significherà molto disordine, caos e confusione per coloro che sono persi nella dipendenza da schemi e relazioni. Tutto nella nostra specie è radicato nella 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226014"/>
            <a:ext cx="86588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670513"/>
            <a:ext cx="5794559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0369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25449"/>
            <a:ext cx="2301175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867913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18527"/>
            <a:ext cx="4131458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46456"/>
            <a:ext cx="4499956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Falso entusiasmo. La comunicazione si basa su pretese inevitabilmente non realizzate. Tendenza ad esprimere la 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18527"/>
            <a:ext cx="278387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46456"/>
            <a:ext cx="4953682" cy="1549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 nell'adesso che si traduce nella capacità di applicare la comprensione. Le istituzioni lavorano a beneficio della società, dei valori, degli ideali e dei loro modelli, e di come questi possono essere compresi e applicati. La capacità di trasformare la consapevolezza individuale in impegno e 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42395"/>
            <a:ext cx="2339374" cy="342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19506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25449"/>
            <a:ext cx="15891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7698"/>
            <a:ext cx="404245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18527"/>
            <a:ext cx="444320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98" y="1846456"/>
            <a:ext cx="104794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798" y="2193126"/>
            <a:ext cx="41284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98" y="2539795"/>
            <a:ext cx="169475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798" y="2886465"/>
            <a:ext cx="219421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98" y="3233134"/>
            <a:ext cx="135592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98" y="3579804"/>
            <a:ext cx="120739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8" y="3926473"/>
            <a:ext cx="149115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18527"/>
            <a:ext cx="4503726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758" y="1846456"/>
            <a:ext cx="76398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8758" y="2193126"/>
            <a:ext cx="169812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8758" y="2539795"/>
            <a:ext cx="133647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758" y="2886465"/>
            <a:ext cx="177640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8758" y="3233134"/>
            <a:ext cx="202723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8758" y="3579804"/>
            <a:ext cx="151149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58" y="3926473"/>
            <a:ext cx="346351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07134"/>
            <a:ext cx="20210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94684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971091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8" y="1437577"/>
            <a:ext cx="386981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Lo Human Design si occupa della trasformazione 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2092816"/>
            <a:ext cx="4248735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BG5 (Business Group 5) è l'applicazione pratica dello 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748055"/>
            <a:ext cx="4265205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mio approccio nasce dall'unione di queste due visioni 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18527"/>
            <a:ext cx="4607806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CON QUESTO CORSO INTENDO FORNIRE GLI 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963" y="2090236"/>
            <a:ext cx="263306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963" y="2436906"/>
            <a:ext cx="455661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6963" y="2783575"/>
            <a:ext cx="433247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76294"/>
            <a:ext cx="5057862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UNA VOLTA PADRONEGGIATA LA LETTURA BASE, 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963" y="3948003"/>
            <a:ext cx="285739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963" y="4294673"/>
            <a:ext cx="377238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0369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94684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577461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505168"/>
            <a:ext cx="499456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auto-realizzarci relazionalmente e materialmente abbiamo 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85807"/>
            <a:ext cx="5255604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 proprio con chi sei fatto per connetterti. In questo modo ci si può 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24215"/>
            <a:ext cx="5121361" cy="10336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sé stessi significa poter ottimizzare la propria energia, porre i confini sani che servono a ciascuno di noi e raggiungere il benessere e la prosperità che sostengano la soddisfazione, il 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17998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41510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32639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723548"/>
            <a:ext cx="5432312" cy="1291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Non esiste una scorciatoia per diventare bravi in questa materia. Le AI possono fornire informazioni sommarie e spesso scorrette, quindi l'unica opzione è imparare "alla vecchia maniera": applicando ciò che si apprende nella vita quotidiana, facendo gli esercizi settimanali e 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28296"/>
            <a:ext cx="4817356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Non serve essere perfetti. Serve essere 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14575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724511"/>
            <a:ext cx="1651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390" y="5724511"/>
            <a:ext cx="165100" cy="381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81" y="5724511"/>
            <a:ext cx="165100" cy="38100"/>
          </a:xfrm>
          <a:prstGeom prst="rect">
            <a:avLst/>
          </a:prstGeom>
          <a:solidFill>
            <a:srgbClr val="C8C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298022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496668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8" y="5651486"/>
            <a:ext cx="496093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5289" y="5651486"/>
            <a:ext cx="673892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2881" y="5651486"/>
            <a:ext cx="573384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886435"/>
            <a:ext cx="2926152" cy="374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2 — La carta di Valentina Russo, 21 giugno 1988, Saluzzo.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789" y="2561623"/>
            <a:ext cx="303469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789" y="2946393"/>
            <a:ext cx="315127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789" y="3331162"/>
            <a:ext cx="356363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789" y="3715931"/>
            <a:ext cx="371692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8789" y="4100701"/>
            <a:ext cx="3533965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se il Disegno è tutto collegato, e come assimili le informazioni.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689" y="4800390"/>
            <a:ext cx="2748948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16698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298022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271313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718587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6568" y="1855584"/>
            <a:ext cx="289619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618528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centri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7383" y="2632763"/>
            <a:ext cx="278804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2782881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Tipologie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2356" y="3409941"/>
            <a:ext cx="503832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846334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canali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092" y="4187120"/>
            <a:ext cx="521096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1040405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porte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4351" y="4964299"/>
            <a:ext cx="731836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3016044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variazioni di linee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07134"/>
            <a:ext cx="16688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298022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6729197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18527"/>
            <a:ext cx="187761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1846456"/>
            <a:ext cx="303916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243926"/>
            <a:ext cx="208100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2641395"/>
            <a:ext cx="196303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3038864"/>
            <a:ext cx="211424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18527"/>
            <a:ext cx="2259205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8758" y="1846456"/>
            <a:ext cx="231089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758" y="2243926"/>
            <a:ext cx="401418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8758" y="2641395"/>
            <a:ext cx="163899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58" y="3038864"/>
            <a:ext cx="200719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17363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298022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5943585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26747"/>
            <a:ext cx="6539988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ESISTONO DIVERSI STRATI DI SINTESI, DI CUI TRE SONO QUELLI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3187" y="3611157"/>
            <a:ext cx="595946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187" y="4034026"/>
            <a:ext cx="365947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187" y="4456895"/>
            <a:ext cx="530461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16748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25449"/>
            <a:ext cx="1200345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602365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4931" y="6064235"/>
            <a:ext cx="204896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13 porte 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1942" y="3512732"/>
            <a:ext cx="28416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439" y="6064235"/>
            <a:ext cx="2400393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13 porte · Mappa della personalità conscia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8764" y="3512732"/>
            <a:ext cx="308867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9939" y="6064235"/>
            <a:ext cx="1835939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26 porte · Canali e centri definiti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16936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46486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59667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12536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93422"/>
            <a:ext cx="5124933" cy="117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Quando due porte definite si incontrano, creano un canale. Quel canale determina un punto di forza, definito da un circuito di energia coerente, che a sua volta 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89" y="4349541"/>
            <a:ext cx="3832910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16480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25449"/>
            <a:ext cx="146486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3239087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9215" y="5533416"/>
            <a:ext cx="1077811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11392" y="5533416"/>
            <a:ext cx="1594243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0139" y="5533416"/>
            <a:ext cx="757434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30482" y="5533416"/>
            <a:ext cx="757434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64235"/>
            <a:ext cx="381515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07134"/>
            <a:ext cx="16777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2090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571687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18463"/>
            <a:ext cx="3403591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3190172"/>
            <a:ext cx="189388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3574942"/>
            <a:ext cx="303826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3959711"/>
            <a:ext cx="343097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4344481"/>
            <a:ext cx="49817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8" y="4786400"/>
            <a:ext cx="1279224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89578"/>
            <a:ext cx="3624948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8280" y="3061288"/>
            <a:ext cx="212714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280" y="3446057"/>
            <a:ext cx="335507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8280" y="3830826"/>
            <a:ext cx="301406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incoerente e inaffidabile di 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280" y="4473365"/>
            <a:ext cx="8075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3180" y="4915285"/>
            <a:ext cx="1968694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07134"/>
            <a:ext cx="16936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585" y="4107051"/>
            <a:ext cx="253999" cy="38100"/>
          </a:xfrm>
          <a:prstGeom prst="rect">
            <a:avLst/>
          </a:prstGeom>
          <a:solidFill>
            <a:srgbClr val="7A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585" y="4373750"/>
            <a:ext cx="253999" cy="3810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899" y="425449"/>
            <a:ext cx="12090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490645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3191462"/>
            <a:ext cx="4603540" cy="613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Il BG5 (Business Group 5) approfondisce proprio come siamo fatti per collegarci agli altri.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384" y="4018151"/>
            <a:ext cx="176043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384" y="4284850"/>
            <a:ext cx="2352272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0131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54364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13461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3835" y="425449"/>
            <a:ext cx="2813936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49903"/>
            <a:ext cx="603060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 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98" y="3143242"/>
            <a:ext cx="383707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198" y="3502612"/>
            <a:ext cx="285382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198" y="3861981"/>
            <a:ext cx="279409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198" y="4221350"/>
            <a:ext cx="605639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69620"/>
            <a:ext cx="590627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 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64235"/>
            <a:ext cx="185618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07134"/>
            <a:ext cx="16698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18501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1726005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0647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2297" y="425449"/>
            <a:ext cx="2085474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97218"/>
            <a:ext cx="3406072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nera, una rossa e una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3039757"/>
            <a:ext cx="362355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del tuo Disegno, sia rosse che 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682296"/>
            <a:ext cx="114666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4067066"/>
            <a:ext cx="285173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col terzo colore 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98" y="4709605"/>
            <a:ext cx="348306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Verifica che il Disegno combaci con quello di 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64235"/>
            <a:ext cx="2758572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07134"/>
            <a:ext cx="18821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18501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1726005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63425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2297" y="425449"/>
            <a:ext cx="2085474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194011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137487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rosse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0391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44486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4446676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genetica del tuo 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1718266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18811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18501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1726005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4913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2297" y="425449"/>
            <a:ext cx="2085474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188038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07765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nere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0391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44486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5108562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della tua personalità 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1675304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19486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18501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1726005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6540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2297" y="425449"/>
            <a:ext cx="2085474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95750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60659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che nel tuo Disegno non sono 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0391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44486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368299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5228914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Questo è ciò che non è la tua natura, ed è 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407339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18871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58982"/>
            <a:ext cx="4104074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44732"/>
            <a:ext cx="6491867" cy="1497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del valore di 210 €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92553"/>
            <a:ext cx="4383176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07134"/>
            <a:ext cx="19059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25449"/>
            <a:ext cx="2322904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4547283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097975"/>
            <a:ext cx="2486912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Vai sulla pagina del corso e scegli: un semestre, oppure il percorso 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640776"/>
            <a:ext cx="812798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2097975"/>
            <a:ext cx="2535628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Paghi con la carta, in modo sicuro: il pagamento passa da Stripe, noi 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640776"/>
            <a:ext cx="812798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2097975"/>
            <a:ext cx="2587122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Ricevi subito una mail con il link per attivare il tuo accesso e scegliere la 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640776"/>
            <a:ext cx="812798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2097975"/>
            <a:ext cx="2361698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Sei dentro: lezioni, registrazioni, materiali e forum nella tua area 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640776"/>
            <a:ext cx="812798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037644"/>
            <a:ext cx="1544931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542346"/>
            <a:ext cx="1047946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6037644"/>
            <a:ext cx="2120101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542346"/>
            <a:ext cx="1322583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45185"/>
            <a:ext cx="3851464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07134"/>
            <a:ext cx="18355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322904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5620927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10051"/>
            <a:ext cx="5023334" cy="43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 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10051"/>
            <a:ext cx="4430205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8715"/>
            <a:ext cx="5175733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18901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12952" y="2736843"/>
            <a:ext cx="1591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6873" y="2997193"/>
            <a:ext cx="6903524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07134"/>
            <a:ext cx="19059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19395" y="2286490"/>
            <a:ext cx="2301075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6961" y="3429488"/>
            <a:ext cx="3223510" cy="419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400" b="0" i="1">
                <a:solidFill>
                  <a:srgbClr val="C9BFB8"/>
                </a:solidFill>
                <a:latin typeface="Playfair Display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15561" y="4079964"/>
            <a:ext cx="1204909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30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0111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278926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