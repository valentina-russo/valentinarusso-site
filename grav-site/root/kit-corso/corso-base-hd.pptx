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431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7110519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 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 Design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67098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26171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30871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396276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74961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941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 </a:t>
            </a:r>
            <a:r>
              <a:rPr sz="1400" b="1" i="0">
                <a:solidFill>
                  <a:srgbClr val="7A4F5E"/>
                </a:solidFill>
                <a:latin typeface="Outfit"/>
              </a:rPr>
              <a:t>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212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4896210" cy="749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4507397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6590862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la divulgazione dello Human Design e del BG5 sul mio canale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655129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6523641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strumenti base per leggere in autonomia qualsiasi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67495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8132345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prima volta che senti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9792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72915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9602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42269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5394535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629190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405719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700132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7627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3564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8130" y="5379627"/>
            <a:ext cx="38924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9023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58747"/>
            <a:ext cx="11917159" cy="225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shock. È un mondo che abbraccerà coloro che vivono e operano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come loro stessi. Ciò significherà molto disordine, caos e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confusione per coloro che sono persi nella dipendenza da schemi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112045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7281299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88702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520242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66304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inevitabilmente non realizzate. Tendenza ad esprimere la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51794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6230203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applicare la comprensione. Le istituzioni lavorano a beneficio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della società, dei valori, degli ideali e dei loro modelli, e di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questi possono essere compresi e applicati. 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trasformare la consapevolezza individuale in impegno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962317" cy="342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192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202457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509117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59210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348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5416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21565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7808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73300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54733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90204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667758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9307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216075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70869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25861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57214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92746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436749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9073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217673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8753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534901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536960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797858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332942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73386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545369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6360427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6098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75358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5637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628130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660760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proprio con chi sei fatto per connetterti. In questo modo ci si può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6439802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porre i confini sani che servono a ciascuno di noi e raggiungere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benessere e la prosperità che sostengano la soddisfazione,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430697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19609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6828490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AI possono fornire informazioni sommarie e spesso scorrette, quindi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l'unica opzione è imparare "alla vecchia maniera": applicando ciò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 apprende nella vita quotidiana, facendo gli esercizi settimanali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6059795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2029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24645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58216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88046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75483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695790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8314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97719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4926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68425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45555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417135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42951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43633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7964" y="1855584"/>
            <a:ext cx="400123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811260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1482" y="2632763"/>
            <a:ext cx="386605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516701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198" y="3409941"/>
            <a:ext cx="66788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1096017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8618" y="4187120"/>
            <a:ext cx="68946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338606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5193" y="4964299"/>
            <a:ext cx="952894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80815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467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44959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38511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83705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63936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49189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68090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862107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926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505582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208683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54708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5514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4675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8213084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748742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61244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666887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745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53853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5676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60" y="6064235"/>
            <a:ext cx="259930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C0392B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4672" y="3512732"/>
            <a:ext cx="39330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6639" y="6064235"/>
            <a:ext cx="30385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1A1A2E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406" y="3512732"/>
            <a:ext cx="42418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8697" y="6064235"/>
            <a:ext cx="233302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6B625D"/>
                </a:solidFill>
                <a:latin typeface="Outfit"/>
              </a:rPr>
              <a:t>26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53393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694799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6444267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canale. Quel canale determina un punto di forza, definito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da un circuito di energia coerente, che a sua volta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77208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410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408695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2739" y="5533416"/>
            <a:ext cx="1385363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0362" y="5533416"/>
            <a:ext cx="2030904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3710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4053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807037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4782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18418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4292589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40545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83593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4326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60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579980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569285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697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42319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8056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104752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44181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1711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792525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238642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978440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96765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95636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498370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757635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83444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60537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53071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760859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74209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35832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619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42956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5675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47143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6027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439193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48631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7337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73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46324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9599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596444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8593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2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952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38858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8851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42380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3223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8168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986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373498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454634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 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non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 sono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57424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3047273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99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516819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8152933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5517070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72220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3146740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un semestre, oppure il percorso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3207635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il pagamento passa da Stripe, noi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3272003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attivare il tuo accesso e scegliere la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990222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materiali e forum nella tua area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96926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48032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68822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91328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85243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675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706425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6317267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575857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650776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436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2282" y="2736843"/>
            <a:ext cx="202730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83" y="2997193"/>
            <a:ext cx="8667505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67927" y="2286490"/>
            <a:ext cx="2914444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4457" y="3416788"/>
            <a:ext cx="4917914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8134" y="4079964"/>
            <a:ext cx="154423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