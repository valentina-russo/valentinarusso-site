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78591"/>
            <a:ext cx="431851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045290"/>
            <a:ext cx="7110519" cy="2463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Benvenuti al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corso base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di Human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7713"/>
            <a:ext cx="2670987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6307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261711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330871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64235"/>
            <a:ext cx="2396276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17175"/>
            <a:ext cx="6749611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72414"/>
            <a:ext cx="694172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 non ce l'hai, vai su</a:t>
            </a:r>
            <a:r>
              <a:rPr sz="1400" b="1" i="0">
                <a:solidFill>
                  <a:srgbClr val="7A4F5E"/>
                </a:solidFill>
                <a:latin typeface="Outfit"/>
              </a:rPr>
              <a:t>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64540"/>
            <a:ext cx="212851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474089"/>
            <a:ext cx="4896210" cy="749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219518"/>
            <a:ext cx="4507397" cy="4787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916627"/>
            <a:ext cx="6590862" cy="7758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Questo corso arriva da diversi inviti che mi sono arrivati attraverso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la divulgazione dello Human Design e del BG5 sul mio canale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816936"/>
            <a:ext cx="6551298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Mi sento chiamata ad essere al servizio delle persone, ma fuori dal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554725"/>
            <a:ext cx="6523641" cy="8913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Il mio obiettivo, con questo corso, è fornire gli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strumenti base per leggere in autonomia qualsiasi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49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34959"/>
            <a:ext cx="267495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252458"/>
            <a:ext cx="8132345" cy="22163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Ascolta come se fosse la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prima volta che senti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07134"/>
            <a:ext cx="29792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2449209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973678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498147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022616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4547085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071554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5596023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899" y="425449"/>
            <a:ext cx="1729155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647698"/>
            <a:ext cx="496020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097" y="2045389"/>
            <a:ext cx="3422691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083489"/>
            <a:ext cx="498474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97" y="2569858"/>
            <a:ext cx="5394535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607958"/>
            <a:ext cx="498474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097" y="3094327"/>
            <a:ext cx="3629190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132427"/>
            <a:ext cx="498474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97" y="3618796"/>
            <a:ext cx="4057193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3656896"/>
            <a:ext cx="498474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97" y="4143265"/>
            <a:ext cx="2700132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4181365"/>
            <a:ext cx="498474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97" y="4667734"/>
            <a:ext cx="2762764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4705834"/>
            <a:ext cx="498474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097" y="5192203"/>
            <a:ext cx="2356464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5230303"/>
            <a:ext cx="498474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8130" y="5379627"/>
            <a:ext cx="3892491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6407134"/>
            <a:ext cx="290239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2134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384098"/>
            <a:ext cx="2914568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771447"/>
            <a:ext cx="11595815" cy="22316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L'attuale direzione verso la quale stiamo andando è, e sarà, uno shock. È un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mondo che abbraccerà coloro che vivono e operano come loro stessi. Ciò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significherà molto disordine, caos e confusione per coloro che sono persi nella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dipendenza da schemi e relazioni. Tutto nella nostra specie è radicato nella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226014"/>
            <a:ext cx="112045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670513"/>
            <a:ext cx="7281299" cy="2793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25449"/>
            <a:ext cx="2914568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1088702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18527"/>
            <a:ext cx="5202423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46456"/>
            <a:ext cx="5663045" cy="7758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Falso entusiasmo. La comunicazione si basa su pretese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inevitabilmente non realizzate. Tendenza ad esprimere la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18527"/>
            <a:ext cx="3517941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46456"/>
            <a:ext cx="6230203" cy="15491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 nell'adesso che si traduce nella capacità di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applicare la comprensione. Le istituzioni lavorano a beneficio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della società, dei valori, degli ideali e dei loro modelli, e di come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questi possono essere compresi e applicati. La capacità di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trasformare la consapevolezza individuale in impegno 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42395"/>
            <a:ext cx="2962317" cy="342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1929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25449"/>
            <a:ext cx="2024578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7698"/>
            <a:ext cx="509117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18527"/>
            <a:ext cx="5592104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98" y="1846456"/>
            <a:ext cx="134803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798" y="2193126"/>
            <a:ext cx="55416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98" y="2539795"/>
            <a:ext cx="21565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798" y="2886465"/>
            <a:ext cx="278087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98" y="3233134"/>
            <a:ext cx="173300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98" y="3579804"/>
            <a:ext cx="154733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8" y="3926473"/>
            <a:ext cx="190204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18527"/>
            <a:ext cx="5667758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758" y="1846456"/>
            <a:ext cx="99307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8758" y="2193126"/>
            <a:ext cx="216075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8758" y="2539795"/>
            <a:ext cx="170869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758" y="2886465"/>
            <a:ext cx="225861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8758" y="3233134"/>
            <a:ext cx="257214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8758" y="3579804"/>
            <a:ext cx="192746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58" y="3926473"/>
            <a:ext cx="436749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07134"/>
            <a:ext cx="29073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12176739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8" y="1437577"/>
            <a:ext cx="4875374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Lo Human Design si occupa della trasformazione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2092816"/>
            <a:ext cx="5349018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BG5 (Business Group 5) è l'applicazione pratica dello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748055"/>
            <a:ext cx="5369606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mio approccio nasce dall'unione di queste due visioni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18527"/>
            <a:ext cx="5797858" cy="535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CON QUESTO CORSO INTENDO FORNIRE GLI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963" y="2090236"/>
            <a:ext cx="332942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963" y="2436906"/>
            <a:ext cx="573386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6963" y="2783575"/>
            <a:ext cx="545369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76294"/>
            <a:ext cx="6360427" cy="535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UNA VOLTA PADRONEGGIATA LA LETTURA BASE,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963" y="3948003"/>
            <a:ext cx="360984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963" y="4294673"/>
            <a:ext cx="475358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25637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505168"/>
            <a:ext cx="6281300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auto-realizzarci relazionalmente e materialmente abbiamo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85807"/>
            <a:ext cx="6607605" cy="7758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proprio con chi sei fatto per connetterti. In questo modo ci si può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24215"/>
            <a:ext cx="6439802" cy="1033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sé stessi significa poter ottimizzare la propria energia,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porre i confini sani che servono a ciascuno di noi e raggiungere il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benessere e la prosperità che sostengano la soddisfazione, il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6307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430697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196099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723548"/>
            <a:ext cx="6828490" cy="12914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Non esiste una scorciatoia per diventare bravi in questa materia. Le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AI possono fornire informazioni sommarie e spesso scorrette, quindi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l'unica opzione è imparare "alla vecchia maniera": applicando ciò che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 apprende nella vita quotidiana, facendo gli esercizi settimanali 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28296"/>
            <a:ext cx="6059795" cy="748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Non serve essere perfetti. Serve essere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20290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724511"/>
            <a:ext cx="1651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390" y="5724511"/>
            <a:ext cx="165100" cy="381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81" y="5724511"/>
            <a:ext cx="165100" cy="38100"/>
          </a:xfrm>
          <a:prstGeom prst="rect">
            <a:avLst/>
          </a:prstGeom>
          <a:solidFill>
            <a:srgbClr val="C8C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62464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8" y="5651486"/>
            <a:ext cx="658216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5289" y="5651486"/>
            <a:ext cx="880465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2881" y="5651486"/>
            <a:ext cx="75483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886435"/>
            <a:ext cx="3695790" cy="374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2 — La carta di Valentina Russo, 21 giugno 1988,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Saluzzo.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789" y="2561623"/>
            <a:ext cx="383147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789" y="2946393"/>
            <a:ext cx="397719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789" y="3331162"/>
            <a:ext cx="44926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789" y="3715931"/>
            <a:ext cx="468425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8789" y="4100701"/>
            <a:ext cx="4455556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se il Disegno è tutto collegato, e come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assimili le informazioni.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689" y="4800390"/>
            <a:ext cx="3417135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42951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3436334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7964" y="1855584"/>
            <a:ext cx="400123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811260" cy="4533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centri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1482" y="2632763"/>
            <a:ext cx="386605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3516701" cy="4533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Tipologie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198" y="3409941"/>
            <a:ext cx="667889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1096017" cy="4533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canali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8618" y="4187120"/>
            <a:ext cx="689469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1338606" cy="4533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porte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5193" y="4964299"/>
            <a:ext cx="952894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3808155" cy="4533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variazioni di linee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07134"/>
            <a:ext cx="24670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844959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18527"/>
            <a:ext cx="2385114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1846456"/>
            <a:ext cx="383705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243926"/>
            <a:ext cx="263936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2641395"/>
            <a:ext cx="249189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3038864"/>
            <a:ext cx="268090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18527"/>
            <a:ext cx="2862107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8758" y="1846456"/>
            <a:ext cx="292672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758" y="2243926"/>
            <a:ext cx="505582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8758" y="2641395"/>
            <a:ext cx="208683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58" y="3038864"/>
            <a:ext cx="254708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55140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467581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26747"/>
            <a:ext cx="8213084" cy="535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ESISTONO DIVERSI STRATI DI SINTESI, DI CUI TRE SONO QUELLI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3187" y="3611157"/>
            <a:ext cx="748742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187" y="4034026"/>
            <a:ext cx="461244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187" y="4456895"/>
            <a:ext cx="666887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7451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25449"/>
            <a:ext cx="1538532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756766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60" y="6064235"/>
            <a:ext cx="2599302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C0392B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4672" y="3512732"/>
            <a:ext cx="39330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6639" y="6064235"/>
            <a:ext cx="3038591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1A1A2E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· Mappa della personalità conscia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406" y="3512732"/>
            <a:ext cx="42418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8697" y="6064235"/>
            <a:ext cx="2333024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6B625D"/>
                </a:solidFill>
                <a:latin typeface="Outfit"/>
              </a:rPr>
              <a:t>26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· Canali e centri definiti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53393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69479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93422"/>
            <a:ext cx="6444267" cy="11758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Quando due porte definite si incontrano, creano un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canale. Quel canale determina un punto di forza, definito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da un circuito di energia coerente, che a sua volta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89" y="4349541"/>
            <a:ext cx="477208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44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4086959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2739" y="5533416"/>
            <a:ext cx="1385363" cy="41145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0362" y="5533416"/>
            <a:ext cx="2030904" cy="41145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3710" y="5533416"/>
            <a:ext cx="984892" cy="41145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4053" y="5533416"/>
            <a:ext cx="984892" cy="41145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64235"/>
            <a:ext cx="4807037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07134"/>
            <a:ext cx="24782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718418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18463"/>
            <a:ext cx="4292589" cy="535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3190172"/>
            <a:ext cx="240545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3574942"/>
            <a:ext cx="383593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3959711"/>
            <a:ext cx="432682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4344481"/>
            <a:ext cx="66082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8" y="4786400"/>
            <a:ext cx="1579980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89578"/>
            <a:ext cx="4569285" cy="535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8280" y="3061288"/>
            <a:ext cx="269703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280" y="3446057"/>
            <a:ext cx="423194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8280" y="3830826"/>
            <a:ext cx="3805674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incoerente e inaffidabile di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280" y="4473365"/>
            <a:ext cx="104752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3180" y="4915285"/>
            <a:ext cx="244181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585" y="4107051"/>
            <a:ext cx="253999" cy="38100"/>
          </a:xfrm>
          <a:prstGeom prst="rect">
            <a:avLst/>
          </a:prstGeom>
          <a:solidFill>
            <a:srgbClr val="7A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585" y="4373750"/>
            <a:ext cx="253999" cy="3810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617116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3191462"/>
            <a:ext cx="5792525" cy="6133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Il BG5 (Business Group 5) approfondisce proprio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come siamo fatti per collegarci agli altri.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384" y="4018151"/>
            <a:ext cx="2238642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384" y="4284850"/>
            <a:ext cx="2978440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967652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95636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3835" y="425449"/>
            <a:ext cx="3498370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49903"/>
            <a:ext cx="7576350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98" y="3143242"/>
            <a:ext cx="483444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198" y="3502612"/>
            <a:ext cx="360537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198" y="3861981"/>
            <a:ext cx="353071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198" y="4221350"/>
            <a:ext cx="760859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69620"/>
            <a:ext cx="7420949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64235"/>
            <a:ext cx="235832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9619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97218"/>
            <a:ext cx="4295690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nera, una rossa e una del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3039757"/>
            <a:ext cx="4567549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del tuo Disegno, sia rosse che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682296"/>
            <a:ext cx="147143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4067066"/>
            <a:ext cx="3602773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col terzo colore i centri che si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98" y="4709605"/>
            <a:ext cx="4391932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Verifica che il Disegno combaci con quello di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64235"/>
            <a:ext cx="348631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07134"/>
            <a:ext cx="27337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7381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46324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959959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rosse del tuo Disegno 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5596444" cy="748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genetica del tuo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85932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24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4952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38858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885173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nere del tuo Disegno e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423803" cy="748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della tua personalità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3223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81681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986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373498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4546341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che nel tuo Disegno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non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sono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58702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4344183" cy="5181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9847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574243" cy="748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Questo è ciò che non è la tua natura, ed è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3047273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99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58982"/>
            <a:ext cx="516819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44732"/>
            <a:ext cx="8152933" cy="14970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del valore di 210 €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92553"/>
            <a:ext cx="5517070" cy="2793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572220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097975"/>
            <a:ext cx="3146740" cy="7098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Vai sulla pagina del corso e scegli: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un semestre, oppure il percorso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640776"/>
            <a:ext cx="105409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2097975"/>
            <a:ext cx="3207635" cy="7098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Paghi con la carta, in modo sicuro: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il pagamento passa da Stripe, noi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640776"/>
            <a:ext cx="105409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2097975"/>
            <a:ext cx="3272003" cy="7098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Ricevi subito una mail con il link per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attivare il tuo accesso e scegliere la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640776"/>
            <a:ext cx="105409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2097975"/>
            <a:ext cx="2990222" cy="7098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Sei dentro: lezioni, registrazioni,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materiali e forum nella tua area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640776"/>
            <a:ext cx="105409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037644"/>
            <a:ext cx="196926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542346"/>
            <a:ext cx="1348032" cy="546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6037644"/>
            <a:ext cx="2688226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542346"/>
            <a:ext cx="1691328" cy="546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45185"/>
            <a:ext cx="4852430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07134"/>
            <a:ext cx="26754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706425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10051"/>
            <a:ext cx="6317267" cy="434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10051"/>
            <a:ext cx="5575857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8715"/>
            <a:ext cx="6507766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7436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2282" y="2736843"/>
            <a:ext cx="202730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2183" y="2997193"/>
            <a:ext cx="8667505" cy="10540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67927" y="2286490"/>
            <a:ext cx="2914444" cy="10540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4884" y="3429488"/>
            <a:ext cx="4067487" cy="419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400" b="0" i="1">
                <a:solidFill>
                  <a:srgbClr val="C9BFB8"/>
                </a:solidFill>
                <a:latin typeface="Playfair Display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8134" y="4079964"/>
            <a:ext cx="1544237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30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8949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